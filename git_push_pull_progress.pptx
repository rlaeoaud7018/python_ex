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4" r:id="rId6"/>
    <p:sldId id="259" r:id="rId7"/>
    <p:sldId id="260" r:id="rId8"/>
    <p:sldId id="267" r:id="rId9"/>
    <p:sldId id="261" r:id="rId10"/>
    <p:sldId id="262" r:id="rId11"/>
    <p:sldId id="263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023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626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32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6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56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14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79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77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5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4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AED8-223C-4ADA-BBF9-2C880043F1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505D-341D-406D-AFD4-D457C2832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97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7498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023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17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7498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001" y="100498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1763486" y="1782146"/>
            <a:ext cx="2444621" cy="22468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9048843">
            <a:off x="2636438" y="2571115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023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7805" y="311415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75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7498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001" y="100498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023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7805" y="311415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7251" y="2799249"/>
            <a:ext cx="2936188" cy="30777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</a:rPr>
              <a:t>From_A</a:t>
            </a:r>
            <a:r>
              <a:rPr lang="en-US" altLang="ko-KR" sz="1400" dirty="0" smtClean="0">
                <a:solidFill>
                  <a:schemeClr val="bg1"/>
                </a:solidFill>
              </a:rPr>
              <a:t>: !Commit updated notice!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4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7498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001" y="100498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4598143" y="1894114"/>
            <a:ext cx="1487858" cy="23139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8327091">
            <a:off x="5094731" y="2571114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6432571" y="1894114"/>
            <a:ext cx="1289159" cy="23139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6900439" y="1740225"/>
            <a:ext cx="3766280" cy="24678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3592101">
            <a:off x="6812412" y="2496006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38" name="TextBox 37"/>
          <p:cNvSpPr txBox="1"/>
          <p:nvPr/>
        </p:nvSpPr>
        <p:spPr>
          <a:xfrm rot="2014161">
            <a:off x="8376056" y="2520839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6102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442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7805" y="305324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8567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82718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9095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45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7498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001" y="100498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6102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4429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792" y="4282946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-&gt; B commit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7805" y="305324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9095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181" y="5885031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4245" y="5885030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17181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9525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26626" y="4282946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-&gt; C commit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20210" y="4282946"/>
            <a:ext cx="1435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-&gt; D commit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80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001" y="100498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6102" y="50078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8236" y="501443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181" y="5885031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4245" y="5885030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6626" y="4282946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-&gt; C commit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0210" y="4282946"/>
            <a:ext cx="1435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-&gt; D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7805" y="305324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9095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17181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68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001" y="100498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6102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4952" y="501443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1763486" y="1782146"/>
            <a:ext cx="2444621" cy="22468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9048843">
            <a:off x="2636438" y="2571115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0364" y="289381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-&gt; B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6102" y="50078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4245" y="5885030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9410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6853" y="4282946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 commit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9095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7947" y="2752023"/>
            <a:ext cx="1822102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/>
                </a:solidFill>
              </a:rPr>
              <a:t>!!!Forgot to notice!!!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5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6102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4952" y="501443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4667248" y="1791417"/>
            <a:ext cx="1140569" cy="18915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8080526">
            <a:off x="4529708" y="2565224"/>
            <a:ext cx="1069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!Push FAIL!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5018" y="289381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6102" y="50078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4245" y="5885030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9410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6853" y="4282946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 commit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9095" y="4282946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 commit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4369" y="368294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!!!!!!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5048" y="9663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5048" y="9663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3116" y="501443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5018" y="289381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8214" y="501443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++(-)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42933" y="5867678"/>
            <a:ext cx="28991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Commit local repo and then Pull,</a:t>
            </a:r>
          </a:p>
          <a:p>
            <a:pPr algn="ctr"/>
            <a:r>
              <a:rPr lang="en-US" altLang="ko-KR" sz="1400" dirty="0" smtClean="0"/>
              <a:t>Making new branch,</a:t>
            </a:r>
          </a:p>
          <a:p>
            <a:pPr algn="ctr"/>
            <a:r>
              <a:rPr lang="en-US" altLang="ko-KR" sz="1400" dirty="0" smtClean="0"/>
              <a:t>Rebase/merge later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7194" y="4282946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-&gt; B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1651" y="4282946"/>
            <a:ext cx="168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D -&gt; E commit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20767" y="3518092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!Fuck!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9095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43486" y="3846412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(C commit)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4598143" y="1894114"/>
            <a:ext cx="1487858" cy="23139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 rot="18327091">
            <a:off x="5094731" y="2571114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48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5048" y="9663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3116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5018" y="289381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71343" y="5905000"/>
            <a:ext cx="1576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Rebase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5383" y="4282946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B+C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1651" y="4282946"/>
            <a:ext cx="168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D -&gt; E commit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9095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0767" y="3518092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!Fuck!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3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5048" y="9663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7431" y="5007820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5018" y="289381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7776" y="4282946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B+C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0873" y="4282946"/>
            <a:ext cx="203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D -&gt; E -&gt; F commit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94957" y="351809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;;;;;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9095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4506302" y="1978950"/>
            <a:ext cx="1305620" cy="20203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 rot="18315342">
            <a:off x="4739674" y="2575374"/>
            <a:ext cx="579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push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12059" y="5891643"/>
            <a:ext cx="1405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Merge to main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0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3829" y="96635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7431" y="5007820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+=/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74160" y="500782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146" y="289381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+ C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1328" y="5891643"/>
            <a:ext cx="1632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Working progress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0873" y="4282946"/>
            <a:ext cx="203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D -&gt; E -&gt; F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2482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9750" y="3518092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???!!!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9095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7251" y="2799249"/>
            <a:ext cx="2936188" cy="30777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</a:rPr>
              <a:t>From_B</a:t>
            </a:r>
            <a:r>
              <a:rPr lang="en-US" altLang="ko-KR" sz="1400" dirty="0" smtClean="0">
                <a:solidFill>
                  <a:schemeClr val="bg1"/>
                </a:solidFill>
              </a:rPr>
              <a:t>: !Commit updated notice!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4157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89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594" y="4282946"/>
            <a:ext cx="1343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-&gt;C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6277" y="289381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7757" y="5891643"/>
            <a:ext cx="28991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Commit local repo and then Pull,</a:t>
            </a:r>
          </a:p>
          <a:p>
            <a:pPr algn="ctr"/>
            <a:r>
              <a:rPr lang="en-US" altLang="ko-KR" sz="1400" dirty="0" smtClean="0"/>
              <a:t>Making new branch,</a:t>
            </a:r>
          </a:p>
          <a:p>
            <a:pPr algn="ctr"/>
            <a:r>
              <a:rPr lang="en-US" altLang="ko-KR" sz="1400" dirty="0" smtClean="0"/>
              <a:t>Rebase/merge later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18714" y="3836829"/>
            <a:ext cx="203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(D -&gt; E -&gt; F commit)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904" y="3518092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!!!FUCKFUCKFUCK!!!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381" y="4282946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C commit</a:t>
            </a: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6432571" y="1894114"/>
            <a:ext cx="1289159" cy="23139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6900439" y="1740225"/>
            <a:ext cx="3766280" cy="24678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rot="3592101">
            <a:off x="6812412" y="2496006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51" name="TextBox 50"/>
          <p:cNvSpPr txBox="1"/>
          <p:nvPr/>
        </p:nvSpPr>
        <p:spPr>
          <a:xfrm rot="2014161">
            <a:off x="8376056" y="2520839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41850" y="4282946"/>
            <a:ext cx="1391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</a:t>
            </a:r>
            <a:r>
              <a:rPr lang="en-US" altLang="ko-KR" sz="1400" dirty="0" smtClean="0"/>
              <a:t> -&gt; C commit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1868084" y="1451103"/>
            <a:ext cx="3660973" cy="24240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 rot="19607304">
            <a:off x="3742511" y="2162828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23829" y="96635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6749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4933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85030" y="4799195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++-</a:t>
            </a:r>
          </a:p>
          <a:p>
            <a:pPr algn="ctr"/>
            <a:r>
              <a:rPr lang="en-US" altLang="ko-KR" dirty="0" smtClean="0"/>
              <a:t>(+=/)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6571" y="4679814"/>
            <a:ext cx="6848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++- </a:t>
            </a:r>
            <a:br>
              <a:rPr lang="en-US" altLang="ko-KR" dirty="0" smtClean="0"/>
            </a:br>
            <a:r>
              <a:rPr lang="en-US" altLang="ko-KR" dirty="0" smtClean="0"/>
              <a:t>+</a:t>
            </a:r>
            <a:br>
              <a:rPr lang="en-US" altLang="ko-KR" dirty="0" smtClean="0"/>
            </a:br>
            <a:r>
              <a:rPr lang="en-US" altLang="ko-KR" dirty="0" smtClean="0"/>
              <a:t>+=/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780" y="5891643"/>
            <a:ext cx="2091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Solve errors, rebase 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904" y="3518092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!!!FUCKFUCKFUCK!!!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381" y="4282946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C 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2171" y="4282946"/>
            <a:ext cx="2393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+ C + D +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E + F commit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3829" y="96038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749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24933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36277" y="289381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0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8601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874" y="289381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-&gt; G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4698" y="5891643"/>
            <a:ext cx="1405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Merge to 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904" y="3518092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!!!FUCKFUCKFUCK!!!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381" y="4282946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C 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9032" y="4282946"/>
            <a:ext cx="1582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B-F -&gt; G commit</a:t>
            </a:r>
          </a:p>
        </p:txBody>
      </p:sp>
      <p:cxnSp>
        <p:nvCxnSpPr>
          <p:cNvPr id="38" name="직선 화살표 연결선 37"/>
          <p:cNvCxnSpPr/>
          <p:nvPr/>
        </p:nvCxnSpPr>
        <p:spPr>
          <a:xfrm flipH="1" flipV="1">
            <a:off x="6694128" y="1968757"/>
            <a:ext cx="727789" cy="20602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4151056">
            <a:off x="6946252" y="2713744"/>
            <a:ext cx="579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push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3829" y="96635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749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4933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2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78970" y="50078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</a:t>
            </a:r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23" y="4282946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3797" y="289381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4698" y="5891643"/>
            <a:ext cx="1405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Merge to 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2482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381" y="4282946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C 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9032" y="4282946"/>
            <a:ext cx="1582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B-F -&gt; G commit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7251" y="2799249"/>
            <a:ext cx="2936188" cy="30777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</a:rPr>
              <a:t>From_C</a:t>
            </a:r>
            <a:r>
              <a:rPr lang="en-US" altLang="ko-KR" sz="1400" dirty="0" smtClean="0">
                <a:solidFill>
                  <a:schemeClr val="bg1"/>
                </a:solidFill>
              </a:rPr>
              <a:t>: !Commit updated notice!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23829" y="96635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24933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28601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8660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189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47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타원 62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421" y="4282946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G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874" y="289381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 -&gt; G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8745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0781" y="4282946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G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2482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381" y="4282946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G 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226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commit</a:t>
            </a:r>
          </a:p>
        </p:txBody>
      </p:sp>
      <p:cxnSp>
        <p:nvCxnSpPr>
          <p:cNvPr id="38" name="직선 화살표 연결선 37"/>
          <p:cNvCxnSpPr/>
          <p:nvPr/>
        </p:nvCxnSpPr>
        <p:spPr>
          <a:xfrm flipH="1">
            <a:off x="4598143" y="1894114"/>
            <a:ext cx="1487858" cy="23139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8327091">
            <a:off x="5094731" y="2571114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6900439" y="1740225"/>
            <a:ext cx="3766280" cy="24678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rot="2014161">
            <a:off x="8376056" y="2520839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cxnSp>
        <p:nvCxnSpPr>
          <p:cNvPr id="51" name="직선 화살표 연결선 50"/>
          <p:cNvCxnSpPr/>
          <p:nvPr/>
        </p:nvCxnSpPr>
        <p:spPr>
          <a:xfrm flipH="1">
            <a:off x="1868084" y="1451103"/>
            <a:ext cx="3660973" cy="24240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19607304">
            <a:off x="3742511" y="2162828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749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24933" y="50078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50172" y="98402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28601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90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타원 62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454" y="4282946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G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7555" y="289381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</a:t>
            </a:r>
            <a:r>
              <a:rPr lang="en-US" altLang="ko-KR" sz="1400" dirty="0" smtClean="0"/>
              <a:t>commit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2482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23381" y="4282946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 -&gt; </a:t>
            </a:r>
            <a:r>
              <a:rPr lang="en-US" altLang="ko-KR" sz="1400" dirty="0"/>
              <a:t>G</a:t>
            </a:r>
            <a:r>
              <a:rPr lang="en-US" altLang="ko-KR" sz="1400" dirty="0" smtClean="0"/>
              <a:t> </a:t>
            </a:r>
            <a:r>
              <a:rPr lang="en-US" altLang="ko-KR" sz="1400" dirty="0" smtClean="0"/>
              <a:t>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226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commit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2823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50172" y="98402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28601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1350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71994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타원 62"/>
          <p:cNvSpPr/>
          <p:nvPr/>
        </p:nvSpPr>
        <p:spPr>
          <a:xfrm>
            <a:off x="5666792" y="597159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 cmpd="sng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696548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123992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9551436" y="3429000"/>
            <a:ext cx="0" cy="334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80322" y="346438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21" name="타원 20"/>
          <p:cNvSpPr/>
          <p:nvPr/>
        </p:nvSpPr>
        <p:spPr>
          <a:xfrm>
            <a:off x="75578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817777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245220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0454951" y="4599992"/>
            <a:ext cx="1184988" cy="1184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-80322" y="3053655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20260506ex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80322" y="2725003"/>
            <a:ext cx="1242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Remote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0322" y="3721230"/>
            <a:ext cx="1036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Local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2693" y="346432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</a:t>
            </a:r>
            <a:endParaRPr lang="en-US" altLang="ko-KR" sz="14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5820136" y="346432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011" y="346432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8712" y="3464320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244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6496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</a:t>
            </a:r>
            <a:r>
              <a:rPr lang="en-US" altLang="ko-KR" sz="1400" dirty="0" smtClean="0"/>
              <a:t>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2482" y="3518092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31918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226" y="4282946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commit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2823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50172" y="98402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28601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1350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71994" y="50078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++-+=/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47388" y="2941101"/>
            <a:ext cx="109722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000" dirty="0" smtClean="0">
                <a:solidFill>
                  <a:schemeClr val="tx1">
                    <a:alpha val="19000"/>
                  </a:schemeClr>
                </a:solidFill>
              </a:rPr>
              <a:t>BEAR</a:t>
            </a:r>
            <a:endParaRPr lang="ko-KR" altLang="en-US" sz="3000" dirty="0">
              <a:solidFill>
                <a:schemeClr val="tx1">
                  <a:alpha val="19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97555" y="289381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G </a:t>
            </a:r>
            <a:r>
              <a:rPr lang="en-US" altLang="ko-KR" sz="1400" dirty="0" smtClean="0"/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13046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694</Words>
  <Application>Microsoft Office PowerPoint</Application>
  <PresentationFormat>와이드스크린</PresentationFormat>
  <Paragraphs>415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27</cp:revision>
  <dcterms:created xsi:type="dcterms:W3CDTF">2026-05-07T02:21:36Z</dcterms:created>
  <dcterms:modified xsi:type="dcterms:W3CDTF">2026-05-07T07:30:37Z</dcterms:modified>
</cp:coreProperties>
</file>