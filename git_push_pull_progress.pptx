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58" r:id="rId5"/>
    <p:sldId id="264" r:id="rId6"/>
    <p:sldId id="259" r:id="rId7"/>
    <p:sldId id="260" r:id="rId8"/>
    <p:sldId id="267" r:id="rId9"/>
    <p:sldId id="261" r:id="rId10"/>
    <p:sldId id="262" r:id="rId11"/>
    <p:sldId id="263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4AED8-223C-4ADA-BBF9-2C880043F1F4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B505D-341D-406D-AFD4-D457C2832E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802329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4AED8-223C-4ADA-BBF9-2C880043F1F4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B505D-341D-406D-AFD4-D457C2832E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62619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4AED8-223C-4ADA-BBF9-2C880043F1F4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B505D-341D-406D-AFD4-D457C2832E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8587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4AED8-223C-4ADA-BBF9-2C880043F1F4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B505D-341D-406D-AFD4-D457C2832E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3326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4AED8-223C-4ADA-BBF9-2C880043F1F4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B505D-341D-406D-AFD4-D457C2832E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64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4AED8-223C-4ADA-BBF9-2C880043F1F4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B505D-341D-406D-AFD4-D457C2832E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1564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4AED8-223C-4ADA-BBF9-2C880043F1F4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B505D-341D-406D-AFD4-D457C2832E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141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4AED8-223C-4ADA-BBF9-2C880043F1F4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B505D-341D-406D-AFD4-D457C2832E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9793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4AED8-223C-4ADA-BBF9-2C880043F1F4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B505D-341D-406D-AFD4-D457C2832E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47702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4AED8-223C-4ADA-BBF9-2C880043F1F4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B505D-341D-406D-AFD4-D457C2832E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555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4AED8-223C-4ADA-BBF9-2C880043F1F4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B505D-341D-406D-AFD4-D457C2832E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8466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4AED8-223C-4ADA-BBF9-2C880043F1F4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EB505D-341D-406D-AFD4-D457C2832E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397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1174989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023" y="4282946"/>
            <a:ext cx="982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91789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1174989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6001" y="1004987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cxnSp>
        <p:nvCxnSpPr>
          <p:cNvPr id="14" name="직선 화살표 연결선 13"/>
          <p:cNvCxnSpPr/>
          <p:nvPr/>
        </p:nvCxnSpPr>
        <p:spPr>
          <a:xfrm flipV="1">
            <a:off x="1763486" y="1782146"/>
            <a:ext cx="2444621" cy="224686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 rot="19048843">
            <a:off x="2636438" y="2571115"/>
            <a:ext cx="5790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push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023" y="4282946"/>
            <a:ext cx="982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7805" y="311415"/>
            <a:ext cx="982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07591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1174989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6001" y="1004987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023" y="4282946"/>
            <a:ext cx="982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7805" y="311415"/>
            <a:ext cx="982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7251" y="2799249"/>
            <a:ext cx="2950616" cy="307777"/>
          </a:xfrm>
          <a:prstGeom prst="rect">
            <a:avLst/>
          </a:prstGeom>
          <a:solidFill>
            <a:srgbClr val="C00000"/>
          </a:solidFill>
        </p:spPr>
        <p:txBody>
          <a:bodyPr wrap="none" rtlCol="0">
            <a:spAutoFit/>
          </a:bodyPr>
          <a:lstStyle/>
          <a:p>
            <a:r>
              <a:rPr lang="en-US" altLang="ko-KR" sz="1400" dirty="0" err="1" smtClean="0">
                <a:solidFill>
                  <a:schemeClr val="bg1"/>
                </a:solidFill>
              </a:rPr>
              <a:t>From_A</a:t>
            </a:r>
            <a:r>
              <a:rPr lang="en-US" altLang="ko-KR" sz="1400" dirty="0" smtClean="0">
                <a:solidFill>
                  <a:schemeClr val="bg1"/>
                </a:solidFill>
              </a:rPr>
              <a:t>: </a:t>
            </a:r>
            <a:r>
              <a:rPr lang="en-US" altLang="ko-KR" sz="1400" dirty="0" smtClean="0">
                <a:solidFill>
                  <a:schemeClr val="bg1"/>
                </a:solidFill>
              </a:rPr>
              <a:t>!notice</a:t>
            </a:r>
            <a:r>
              <a:rPr lang="en-US" altLang="ko-KR" sz="1400" dirty="0">
                <a:solidFill>
                  <a:schemeClr val="bg1"/>
                </a:solidFill>
              </a:rPr>
              <a:t>! Commit updated</a:t>
            </a:r>
            <a:endParaRPr lang="en-US" altLang="ko-KR" sz="1400" dirty="0" smtClean="0">
              <a:solidFill>
                <a:schemeClr val="bg1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20499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1174989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6001" y="1004987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cxnSp>
        <p:nvCxnSpPr>
          <p:cNvPr id="14" name="직선 화살표 연결선 13"/>
          <p:cNvCxnSpPr/>
          <p:nvPr/>
        </p:nvCxnSpPr>
        <p:spPr>
          <a:xfrm flipH="1">
            <a:off x="4598143" y="1894114"/>
            <a:ext cx="1487858" cy="231399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 rot="18327091">
            <a:off x="5094731" y="2571114"/>
            <a:ext cx="4860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pull</a:t>
            </a:r>
          </a:p>
        </p:txBody>
      </p:sp>
      <p:cxnSp>
        <p:nvCxnSpPr>
          <p:cNvPr id="26" name="직선 화살표 연결선 25"/>
          <p:cNvCxnSpPr/>
          <p:nvPr/>
        </p:nvCxnSpPr>
        <p:spPr>
          <a:xfrm>
            <a:off x="6432571" y="1894114"/>
            <a:ext cx="1289159" cy="231399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/>
          <p:cNvCxnSpPr/>
          <p:nvPr/>
        </p:nvCxnSpPr>
        <p:spPr>
          <a:xfrm>
            <a:off x="6900439" y="1740225"/>
            <a:ext cx="3766280" cy="246788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 rot="3592101">
            <a:off x="6812412" y="2496006"/>
            <a:ext cx="4860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pull</a:t>
            </a:r>
          </a:p>
        </p:txBody>
      </p:sp>
      <p:sp>
        <p:nvSpPr>
          <p:cNvPr id="38" name="TextBox 37"/>
          <p:cNvSpPr txBox="1"/>
          <p:nvPr/>
        </p:nvSpPr>
        <p:spPr>
          <a:xfrm rot="2014161">
            <a:off x="8376056" y="2520839"/>
            <a:ext cx="4860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pull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6102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64429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74160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023" y="4282946"/>
            <a:ext cx="982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7805" y="305324"/>
            <a:ext cx="982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A commit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08567" y="4282946"/>
            <a:ext cx="982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A commit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82718" y="4282946"/>
            <a:ext cx="982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A commit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9095" y="4282946"/>
            <a:ext cx="982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A commit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24588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1174989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6001" y="1004987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6102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64429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74160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2792" y="4282946"/>
            <a:ext cx="14109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A -&gt; B commit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7805" y="305324"/>
            <a:ext cx="982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A commit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9095" y="4282946"/>
            <a:ext cx="982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A commit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7181" y="5885031"/>
            <a:ext cx="1632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Working progress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11328" y="5891643"/>
            <a:ext cx="1632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Working progress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4245" y="5885030"/>
            <a:ext cx="1632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Working progress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94957" y="3518092"/>
            <a:ext cx="3850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;;;;;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17181" y="3518092"/>
            <a:ext cx="3850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;;;;;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9525" y="3518092"/>
            <a:ext cx="3850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;;;;;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26626" y="4282946"/>
            <a:ext cx="14205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A -&gt; C commit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20210" y="4282946"/>
            <a:ext cx="14350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A -&gt; D commit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08010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1078970" y="500782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</a:t>
            </a:r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6001" y="1004987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6102" y="5007820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+-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18236" y="5014432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+=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74160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023" y="4282946"/>
            <a:ext cx="968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7181" y="5885031"/>
            <a:ext cx="1632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Working progress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11328" y="5891643"/>
            <a:ext cx="1632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Working progress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4245" y="5885030"/>
            <a:ext cx="1632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Working progress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26626" y="4282946"/>
            <a:ext cx="14205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A -&gt; C commit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20210" y="4282946"/>
            <a:ext cx="14350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A -&gt; D commit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67805" y="305324"/>
            <a:ext cx="982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A commit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9095" y="4282946"/>
            <a:ext cx="982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A commit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94957" y="3518092"/>
            <a:ext cx="3850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;;;;;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17181" y="3518092"/>
            <a:ext cx="3850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;;;;;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76894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1078970" y="500782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</a:t>
            </a:r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6001" y="1004987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6102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14952" y="5014432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+=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74160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023" y="4282946"/>
            <a:ext cx="968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en-US" altLang="ko-KR" sz="1400" dirty="0" smtClean="0"/>
              <a:t> commit</a:t>
            </a:r>
          </a:p>
        </p:txBody>
      </p:sp>
      <p:cxnSp>
        <p:nvCxnSpPr>
          <p:cNvPr id="26" name="직선 화살표 연결선 25"/>
          <p:cNvCxnSpPr/>
          <p:nvPr/>
        </p:nvCxnSpPr>
        <p:spPr>
          <a:xfrm flipV="1">
            <a:off x="1763486" y="1782146"/>
            <a:ext cx="2444621" cy="224686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 rot="19048843">
            <a:off x="2636438" y="2571115"/>
            <a:ext cx="5790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push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00364" y="289381"/>
            <a:ext cx="14109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A -&gt; B commit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6102" y="5007820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+-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11328" y="5891643"/>
            <a:ext cx="1632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Working progress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4245" y="5885030"/>
            <a:ext cx="1632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Working progress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39410" y="4282946"/>
            <a:ext cx="9781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 commit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6853" y="4282946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 commit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9095" y="4282946"/>
            <a:ext cx="982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A commit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97947" y="2752023"/>
            <a:ext cx="1822102" cy="307777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sz="1400" dirty="0" smtClean="0">
                <a:solidFill>
                  <a:schemeClr val="bg1"/>
                </a:solidFill>
              </a:rPr>
              <a:t>!!!Forgot to notice!!!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94957" y="3518092"/>
            <a:ext cx="3850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;;;;;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65571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1078970" y="500782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</a:t>
            </a:r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6102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14952" y="5014432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+=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74160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023" y="4282946"/>
            <a:ext cx="968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en-US" altLang="ko-KR" sz="1400" dirty="0" smtClean="0"/>
              <a:t> commit</a:t>
            </a:r>
          </a:p>
        </p:txBody>
      </p:sp>
      <p:cxnSp>
        <p:nvCxnSpPr>
          <p:cNvPr id="26" name="직선 화살표 연결선 25"/>
          <p:cNvCxnSpPr/>
          <p:nvPr/>
        </p:nvCxnSpPr>
        <p:spPr>
          <a:xfrm flipV="1">
            <a:off x="4667248" y="1791417"/>
            <a:ext cx="1140569" cy="189152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 rot="18080526">
            <a:off x="4529708" y="2565224"/>
            <a:ext cx="10697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>
                <a:solidFill>
                  <a:srgbClr val="FF0000"/>
                </a:solidFill>
              </a:rPr>
              <a:t>!Push FAIL!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75018" y="289381"/>
            <a:ext cx="968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 commit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6102" y="5007820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+-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11328" y="5891643"/>
            <a:ext cx="1632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Working progress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4245" y="5885030"/>
            <a:ext cx="1632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Working progress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39410" y="4282946"/>
            <a:ext cx="9781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 commit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6853" y="4282946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 commit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9095" y="4282946"/>
            <a:ext cx="982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A commit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54369" y="3682940"/>
            <a:ext cx="4924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!!!!!!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05048" y="966358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94957" y="3518092"/>
            <a:ext cx="3850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;;;;;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9323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1078970" y="500782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</a:t>
            </a:r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05048" y="966358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73116" y="5014431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+=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74160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023" y="4282946"/>
            <a:ext cx="968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75018" y="289381"/>
            <a:ext cx="968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38214" y="5014432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++(-)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11328" y="5891643"/>
            <a:ext cx="1632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Working progress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42933" y="5867678"/>
            <a:ext cx="289919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 smtClean="0"/>
              <a:t>Commit local repo and then Pull,</a:t>
            </a:r>
          </a:p>
          <a:p>
            <a:pPr algn="ctr"/>
            <a:r>
              <a:rPr lang="en-US" altLang="ko-KR" sz="1400" dirty="0" smtClean="0"/>
              <a:t>Making new branch,</a:t>
            </a:r>
          </a:p>
          <a:p>
            <a:pPr algn="ctr"/>
            <a:r>
              <a:rPr lang="en-US" altLang="ko-KR" sz="1400" dirty="0" smtClean="0"/>
              <a:t>Rebase/merge later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07194" y="4282946"/>
            <a:ext cx="14061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 -&gt; B commit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91651" y="4282946"/>
            <a:ext cx="16845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D -&gt; E commit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20767" y="3518092"/>
            <a:ext cx="6575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!Fuck!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9095" y="4282946"/>
            <a:ext cx="968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43486" y="3846412"/>
            <a:ext cx="10871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(C commit)</a:t>
            </a:r>
          </a:p>
        </p:txBody>
      </p:sp>
      <p:cxnSp>
        <p:nvCxnSpPr>
          <p:cNvPr id="53" name="직선 화살표 연결선 52"/>
          <p:cNvCxnSpPr/>
          <p:nvPr/>
        </p:nvCxnSpPr>
        <p:spPr>
          <a:xfrm flipH="1">
            <a:off x="4598143" y="1894114"/>
            <a:ext cx="1487858" cy="231399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 rot="18327091">
            <a:off x="5094731" y="2571114"/>
            <a:ext cx="4860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pull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94957" y="3518092"/>
            <a:ext cx="3850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;;;;;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1487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1078970" y="500782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</a:t>
            </a:r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05048" y="966358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73116" y="500782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+=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74160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023" y="4282946"/>
            <a:ext cx="968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75018" y="289381"/>
            <a:ext cx="968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08745" y="5007820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11328" y="5891643"/>
            <a:ext cx="1632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Working progress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71343" y="5905000"/>
            <a:ext cx="15762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Rebase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95383" y="4282946"/>
            <a:ext cx="12073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B+C commit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91651" y="4282946"/>
            <a:ext cx="16845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D -&gt; E commit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9095" y="4282946"/>
            <a:ext cx="968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20767" y="3518092"/>
            <a:ext cx="6575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!Fuck!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94957" y="3518092"/>
            <a:ext cx="3850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;;;;;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132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1078970" y="500782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</a:t>
            </a:r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05048" y="966358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7431" y="5007820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+=/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74160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023" y="4282946"/>
            <a:ext cx="968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75018" y="289381"/>
            <a:ext cx="968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08745" y="5007820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11328" y="5891643"/>
            <a:ext cx="1632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Working progress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17776" y="4282946"/>
            <a:ext cx="12073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B+C commit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10873" y="4282946"/>
            <a:ext cx="20326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D -&gt; E -&gt; F commit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94957" y="3518092"/>
            <a:ext cx="3850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;;;;;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9095" y="4282946"/>
            <a:ext cx="968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en-US" altLang="ko-KR" sz="1400" dirty="0" smtClean="0"/>
              <a:t> commit</a:t>
            </a:r>
          </a:p>
        </p:txBody>
      </p:sp>
      <p:cxnSp>
        <p:nvCxnSpPr>
          <p:cNvPr id="47" name="직선 화살표 연결선 46"/>
          <p:cNvCxnSpPr/>
          <p:nvPr/>
        </p:nvCxnSpPr>
        <p:spPr>
          <a:xfrm flipV="1">
            <a:off x="4506302" y="1978950"/>
            <a:ext cx="1305620" cy="202031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 rot="18315342">
            <a:off x="4739674" y="2575374"/>
            <a:ext cx="5790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push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12059" y="5891643"/>
            <a:ext cx="14053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 smtClean="0"/>
              <a:t>Merge to main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09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1078970" y="500782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</a:t>
            </a:r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23829" y="966358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7431" y="5007820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+=/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74160" y="5007820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023" y="4282946"/>
            <a:ext cx="968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59146" y="289381"/>
            <a:ext cx="13324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 + C commit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08745" y="5007820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11328" y="5891643"/>
            <a:ext cx="1632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Working progress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96496" y="4282946"/>
            <a:ext cx="9781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 commit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10873" y="4282946"/>
            <a:ext cx="20326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D -&gt; E -&gt; F commit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32482" y="3518092"/>
            <a:ext cx="4299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OK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89750" y="3518092"/>
            <a:ext cx="5886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???!!!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9095" y="4282946"/>
            <a:ext cx="968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4157" y="3518092"/>
            <a:ext cx="4299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OK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647251" y="2799249"/>
            <a:ext cx="2950616" cy="307777"/>
          </a:xfrm>
          <a:prstGeom prst="rect">
            <a:avLst/>
          </a:prstGeom>
          <a:solidFill>
            <a:srgbClr val="C00000"/>
          </a:solidFill>
        </p:spPr>
        <p:txBody>
          <a:bodyPr wrap="none" rtlCol="0">
            <a:spAutoFit/>
          </a:bodyPr>
          <a:lstStyle/>
          <a:p>
            <a:r>
              <a:rPr lang="en-US" altLang="ko-KR" sz="1400" dirty="0" err="1" smtClean="0">
                <a:solidFill>
                  <a:schemeClr val="bg1"/>
                </a:solidFill>
              </a:rPr>
              <a:t>From_A</a:t>
            </a:r>
            <a:r>
              <a:rPr lang="en-US" altLang="ko-KR" sz="1400" dirty="0" smtClean="0">
                <a:solidFill>
                  <a:schemeClr val="bg1"/>
                </a:solidFill>
              </a:rPr>
              <a:t>: </a:t>
            </a:r>
            <a:r>
              <a:rPr lang="en-US" altLang="ko-KR" sz="1400" dirty="0" smtClean="0">
                <a:solidFill>
                  <a:schemeClr val="bg1"/>
                </a:solidFill>
              </a:rPr>
              <a:t>!notice</a:t>
            </a:r>
            <a:r>
              <a:rPr lang="en-US" altLang="ko-KR" sz="1400" dirty="0">
                <a:solidFill>
                  <a:schemeClr val="bg1"/>
                </a:solidFill>
              </a:rPr>
              <a:t>! Commit updated</a:t>
            </a:r>
            <a:endParaRPr lang="en-US" altLang="ko-KR" sz="1400" dirty="0" smtClean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88930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3594" y="4282946"/>
            <a:ext cx="13436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 -&gt;C commit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36277" y="289381"/>
            <a:ext cx="9781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 commit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08745" y="5007820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7757" y="5891643"/>
            <a:ext cx="289919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 smtClean="0"/>
              <a:t>Commit local repo and then Pull,</a:t>
            </a:r>
          </a:p>
          <a:p>
            <a:pPr algn="ctr"/>
            <a:r>
              <a:rPr lang="en-US" altLang="ko-KR" sz="1400" dirty="0" smtClean="0"/>
              <a:t>Making new branch,</a:t>
            </a:r>
          </a:p>
          <a:p>
            <a:pPr algn="ctr"/>
            <a:r>
              <a:rPr lang="en-US" altLang="ko-KR" sz="1400" dirty="0" smtClean="0"/>
              <a:t>Rebase/merge later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96496" y="4282946"/>
            <a:ext cx="9781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 commit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18714" y="3836829"/>
            <a:ext cx="20326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(D -&gt; E -&gt; F commit)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85904" y="3518092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!!!FUCKFUCKFUCK!!!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23381" y="4282946"/>
            <a:ext cx="14061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 -&gt; C commit</a:t>
            </a:r>
          </a:p>
        </p:txBody>
      </p:sp>
      <p:cxnSp>
        <p:nvCxnSpPr>
          <p:cNvPr id="39" name="직선 화살표 연결선 38"/>
          <p:cNvCxnSpPr/>
          <p:nvPr/>
        </p:nvCxnSpPr>
        <p:spPr>
          <a:xfrm>
            <a:off x="6432571" y="1894114"/>
            <a:ext cx="1289159" cy="231399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/>
          <p:cNvCxnSpPr/>
          <p:nvPr/>
        </p:nvCxnSpPr>
        <p:spPr>
          <a:xfrm>
            <a:off x="6900439" y="1740225"/>
            <a:ext cx="3766280" cy="246788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 rot="3592101">
            <a:off x="6812412" y="2496006"/>
            <a:ext cx="4860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pull</a:t>
            </a:r>
          </a:p>
        </p:txBody>
      </p:sp>
      <p:sp>
        <p:nvSpPr>
          <p:cNvPr id="51" name="TextBox 50"/>
          <p:cNvSpPr txBox="1"/>
          <p:nvPr/>
        </p:nvSpPr>
        <p:spPr>
          <a:xfrm rot="2014161">
            <a:off x="8376056" y="2520839"/>
            <a:ext cx="4860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pull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41850" y="4282946"/>
            <a:ext cx="13917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F</a:t>
            </a:r>
            <a:r>
              <a:rPr lang="en-US" altLang="ko-KR" sz="1400" dirty="0" smtClean="0"/>
              <a:t> -&gt; C commit</a:t>
            </a:r>
          </a:p>
        </p:txBody>
      </p:sp>
      <p:cxnSp>
        <p:nvCxnSpPr>
          <p:cNvPr id="53" name="직선 화살표 연결선 52"/>
          <p:cNvCxnSpPr/>
          <p:nvPr/>
        </p:nvCxnSpPr>
        <p:spPr>
          <a:xfrm flipH="1">
            <a:off x="1868084" y="1451103"/>
            <a:ext cx="3660973" cy="242401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 rot="19607304">
            <a:off x="3742511" y="2162828"/>
            <a:ext cx="4860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pull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23829" y="966358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749" y="5007820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724933" y="5007820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85030" y="4799195"/>
            <a:ext cx="740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 smtClean="0"/>
              <a:t>++-</a:t>
            </a:r>
          </a:p>
          <a:p>
            <a:pPr algn="ctr"/>
            <a:r>
              <a:rPr lang="en-US" altLang="ko-KR" dirty="0" smtClean="0"/>
              <a:t>(+=/)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7661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6571" y="4679814"/>
            <a:ext cx="6848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 smtClean="0"/>
              <a:t>++- </a:t>
            </a:r>
            <a:br>
              <a:rPr lang="en-US" altLang="ko-KR" dirty="0" smtClean="0"/>
            </a:br>
            <a:r>
              <a:rPr lang="en-US" altLang="ko-KR" dirty="0" smtClean="0"/>
              <a:t>+</a:t>
            </a:r>
            <a:br>
              <a:rPr lang="en-US" altLang="ko-KR" dirty="0" smtClean="0"/>
            </a:br>
            <a:r>
              <a:rPr lang="en-US" altLang="ko-KR" dirty="0" smtClean="0"/>
              <a:t>+=/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023" y="4282946"/>
            <a:ext cx="968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08745" y="5007820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1780" y="5891643"/>
            <a:ext cx="20911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 smtClean="0"/>
              <a:t>Solve errors, rebase file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96496" y="4282946"/>
            <a:ext cx="9781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 commit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85904" y="3518092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!!!FUCKFUCKFUCK!!!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23381" y="4282946"/>
            <a:ext cx="14061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 -&gt; C commit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2171" y="4282946"/>
            <a:ext cx="2393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 + C + D +</a:t>
            </a:r>
            <a:r>
              <a:rPr lang="en-US" altLang="ko-KR" sz="1400" dirty="0"/>
              <a:t> </a:t>
            </a:r>
            <a:r>
              <a:rPr lang="en-US" altLang="ko-KR" sz="1400" dirty="0" smtClean="0"/>
              <a:t>E + F commit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23829" y="960387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6749" y="5007820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24933" y="5007820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36277" y="289381"/>
            <a:ext cx="9781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 commit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59085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28601" y="5007820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++-+=/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023" y="4282946"/>
            <a:ext cx="968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95874" y="289381"/>
            <a:ext cx="14285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 -&gt; G commit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08745" y="5007820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24698" y="5891643"/>
            <a:ext cx="14053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 smtClean="0"/>
              <a:t>Merge to main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96496" y="4282946"/>
            <a:ext cx="9781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 commit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85904" y="3518092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!!!FUCKFUCKFUCK!!!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23381" y="4282946"/>
            <a:ext cx="14061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 -&gt; C commit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89032" y="4282946"/>
            <a:ext cx="1582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B-F -&gt; G commit</a:t>
            </a:r>
          </a:p>
        </p:txBody>
      </p:sp>
      <p:cxnSp>
        <p:nvCxnSpPr>
          <p:cNvPr id="38" name="직선 화살표 연결선 37"/>
          <p:cNvCxnSpPr/>
          <p:nvPr/>
        </p:nvCxnSpPr>
        <p:spPr>
          <a:xfrm flipH="1" flipV="1">
            <a:off x="6694128" y="1968757"/>
            <a:ext cx="727789" cy="206024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 rot="4151056">
            <a:off x="6946252" y="2713744"/>
            <a:ext cx="5790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push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23829" y="966358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749" y="5007820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24933" y="5007820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07279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타원 5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1078970" y="5007820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</a:t>
            </a:r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023" y="4282946"/>
            <a:ext cx="968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3797" y="289381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G commit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08745" y="5007820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24698" y="5891643"/>
            <a:ext cx="14053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 smtClean="0"/>
              <a:t>Merge to main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96496" y="4282946"/>
            <a:ext cx="9781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 commit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32482" y="3518092"/>
            <a:ext cx="4299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OK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23381" y="4282946"/>
            <a:ext cx="14061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 -&gt; C commit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89032" y="4282946"/>
            <a:ext cx="1582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B-F -&gt; G commit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23829" y="966358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24933" y="5007820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28601" y="5007820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++-+=/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68660" y="3518092"/>
            <a:ext cx="4299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OK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7189" y="3518092"/>
            <a:ext cx="4299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OK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647251" y="2799249"/>
            <a:ext cx="2950616" cy="307777"/>
          </a:xfrm>
          <a:prstGeom prst="rect">
            <a:avLst/>
          </a:prstGeom>
          <a:solidFill>
            <a:srgbClr val="C00000"/>
          </a:solidFill>
        </p:spPr>
        <p:txBody>
          <a:bodyPr wrap="none" rtlCol="0">
            <a:spAutoFit/>
          </a:bodyPr>
          <a:lstStyle/>
          <a:p>
            <a:r>
              <a:rPr lang="en-US" altLang="ko-KR" sz="1400" dirty="0" err="1" smtClean="0">
                <a:solidFill>
                  <a:schemeClr val="bg1"/>
                </a:solidFill>
              </a:rPr>
              <a:t>From_A</a:t>
            </a:r>
            <a:r>
              <a:rPr lang="en-US" altLang="ko-KR" sz="1400" dirty="0" smtClean="0">
                <a:solidFill>
                  <a:schemeClr val="bg1"/>
                </a:solidFill>
              </a:rPr>
              <a:t>: </a:t>
            </a:r>
            <a:r>
              <a:rPr lang="en-US" altLang="ko-KR" sz="1400" dirty="0" smtClean="0">
                <a:solidFill>
                  <a:schemeClr val="bg1"/>
                </a:solidFill>
              </a:rPr>
              <a:t>!notice</a:t>
            </a:r>
            <a:r>
              <a:rPr lang="en-US" altLang="ko-KR" sz="1400" dirty="0">
                <a:solidFill>
                  <a:schemeClr val="bg1"/>
                </a:solidFill>
              </a:rPr>
              <a:t>! Commit updated</a:t>
            </a:r>
            <a:endParaRPr lang="en-US" altLang="ko-KR" sz="1400" dirty="0" smtClean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34724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타원 62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421" y="4282946"/>
            <a:ext cx="14189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 -&gt; G commit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95874" y="289381"/>
            <a:ext cx="14285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 -&gt; G commit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08745" y="5007820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00781" y="4282946"/>
            <a:ext cx="14189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 -&gt; G commit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32482" y="3518092"/>
            <a:ext cx="4299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OK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23381" y="4282946"/>
            <a:ext cx="14189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 -&gt; G commit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2226" y="4282946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G commit</a:t>
            </a:r>
          </a:p>
        </p:txBody>
      </p:sp>
      <p:cxnSp>
        <p:nvCxnSpPr>
          <p:cNvPr id="38" name="직선 화살표 연결선 37"/>
          <p:cNvCxnSpPr/>
          <p:nvPr/>
        </p:nvCxnSpPr>
        <p:spPr>
          <a:xfrm flipH="1">
            <a:off x="4598143" y="1894114"/>
            <a:ext cx="1487858" cy="231399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 rot="18327091">
            <a:off x="5094731" y="2571114"/>
            <a:ext cx="4860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pull</a:t>
            </a:r>
          </a:p>
        </p:txBody>
      </p:sp>
      <p:cxnSp>
        <p:nvCxnSpPr>
          <p:cNvPr id="46" name="직선 화살표 연결선 45"/>
          <p:cNvCxnSpPr/>
          <p:nvPr/>
        </p:nvCxnSpPr>
        <p:spPr>
          <a:xfrm>
            <a:off x="6900439" y="1740225"/>
            <a:ext cx="3766280" cy="246788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 rot="2014161">
            <a:off x="8376056" y="2520839"/>
            <a:ext cx="4860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pull</a:t>
            </a:r>
          </a:p>
        </p:txBody>
      </p:sp>
      <p:cxnSp>
        <p:nvCxnSpPr>
          <p:cNvPr id="51" name="직선 화살표 연결선 50"/>
          <p:cNvCxnSpPr/>
          <p:nvPr/>
        </p:nvCxnSpPr>
        <p:spPr>
          <a:xfrm flipH="1">
            <a:off x="1868084" y="1451103"/>
            <a:ext cx="3660973" cy="242401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 rot="19607304">
            <a:off x="3742511" y="2162828"/>
            <a:ext cx="4860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pull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6749" y="5007820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24933" y="5007820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50172" y="984025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++-+=/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28601" y="5007820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++-+=/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9902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타원 62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8454" y="4282946"/>
            <a:ext cx="14189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 -&gt; G commit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97555" y="289381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G commit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96496" y="4282946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G commit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32482" y="3518092"/>
            <a:ext cx="4299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OK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23381" y="4282946"/>
            <a:ext cx="14189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 -&gt; </a:t>
            </a:r>
            <a:r>
              <a:rPr lang="en-US" altLang="ko-KR" sz="1400" dirty="0"/>
              <a:t>G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2226" y="4282946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G commit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2823" y="5007820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++-+=/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50172" y="984025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++-+=/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28601" y="5007820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++-+=/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51350" y="5007820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++-+=/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1994" y="5007820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++-+=/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2076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타원 62"/>
          <p:cNvSpPr/>
          <p:nvPr/>
        </p:nvSpPr>
        <p:spPr>
          <a:xfrm>
            <a:off x="5666792" y="597159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" name="직선 연결선 4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19050" cmpd="sng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/>
          <p:cNvCxnSpPr/>
          <p:nvPr/>
        </p:nvCxnSpPr>
        <p:spPr>
          <a:xfrm>
            <a:off x="2696548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6123992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9551436" y="3429000"/>
            <a:ext cx="0" cy="33450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-80322" y="3464387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21" name="타원 20"/>
          <p:cNvSpPr/>
          <p:nvPr/>
        </p:nvSpPr>
        <p:spPr>
          <a:xfrm>
            <a:off x="75578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/>
          <p:cNvSpPr/>
          <p:nvPr/>
        </p:nvSpPr>
        <p:spPr>
          <a:xfrm>
            <a:off x="3817777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/>
          <p:cNvSpPr/>
          <p:nvPr/>
        </p:nvSpPr>
        <p:spPr>
          <a:xfrm>
            <a:off x="7245220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>
            <a:off x="10454951" y="4599992"/>
            <a:ext cx="1184988" cy="118498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-80322" y="3053655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20260506ex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-80322" y="2725003"/>
            <a:ext cx="12427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Remote repo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0322" y="3721230"/>
            <a:ext cx="1036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Local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92693" y="3464320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</a:t>
            </a:r>
            <a:endParaRPr lang="en-US" altLang="ko-KR" sz="1400" dirty="0" smtClean="0"/>
          </a:p>
        </p:txBody>
      </p:sp>
      <p:sp>
        <p:nvSpPr>
          <p:cNvPr id="33" name="TextBox 32"/>
          <p:cNvSpPr txBox="1"/>
          <p:nvPr/>
        </p:nvSpPr>
        <p:spPr>
          <a:xfrm>
            <a:off x="5820136" y="3464320"/>
            <a:ext cx="2888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7011" y="3464320"/>
            <a:ext cx="298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8712" y="3464320"/>
            <a:ext cx="312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8244" y="4282946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G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96496" y="4282946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G</a:t>
            </a:r>
            <a:r>
              <a:rPr lang="en-US" altLang="ko-KR" sz="1400" dirty="0" smtClean="0"/>
              <a:t> commit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32482" y="3518092"/>
            <a:ext cx="4299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OK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31918" y="4282946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G commit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2226" y="4282946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G commit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2823" y="5007820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++-+=/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50172" y="984025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++-+=/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28601" y="5007820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++-+=/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51350" y="5007820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++-+=/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1994" y="5007820"/>
            <a:ext cx="1018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++-+=/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47388" y="2941101"/>
            <a:ext cx="1097223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3000" dirty="0" smtClean="0">
                <a:solidFill>
                  <a:schemeClr val="tx1">
                    <a:alpha val="19000"/>
                  </a:schemeClr>
                </a:solidFill>
              </a:rPr>
              <a:t>BEAR</a:t>
            </a:r>
            <a:endParaRPr lang="ko-KR" altLang="en-US" sz="3000" dirty="0">
              <a:solidFill>
                <a:schemeClr val="tx1">
                  <a:alpha val="19000"/>
                </a:schemeClr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697555" y="289381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G commit</a:t>
            </a:r>
          </a:p>
        </p:txBody>
      </p:sp>
    </p:spTree>
    <p:extLst>
      <p:ext uri="{BB962C8B-B14F-4D97-AF65-F5344CB8AC3E}">
        <p14:creationId xmlns:p14="http://schemas.microsoft.com/office/powerpoint/2010/main" val="13046630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694</Words>
  <Application>Microsoft Office PowerPoint</Application>
  <PresentationFormat>와이드스크린</PresentationFormat>
  <Paragraphs>415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28</cp:revision>
  <dcterms:created xsi:type="dcterms:W3CDTF">2026-05-07T02:21:36Z</dcterms:created>
  <dcterms:modified xsi:type="dcterms:W3CDTF">2026-05-18T07:01:28Z</dcterms:modified>
</cp:coreProperties>
</file>